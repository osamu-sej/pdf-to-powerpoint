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09680" y="777600"/>
            <a:ext cx="9967320" cy="99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309680" y="1933920"/>
            <a:ext cx="9967320" cy="34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1760" y="1650960"/>
            <a:ext cx="1778400" cy="635040"/>
          </a:xfrm>
          <a:custGeom>
            <a:avLst/>
            <a:gdLst/>
            <a:ahLst/>
            <a:rect l="0" t="0" r="r" b="b"/>
            <a:pathLst>
              <a:path w="4940" h="1764">
                <a:moveTo>
                  <a:pt x="0" y="1764"/>
                </a:moveTo>
                <a:lnTo>
                  <a:pt x="4940" y="1764"/>
                </a:lnTo>
                <a:lnTo>
                  <a:pt x="4940" y="0"/>
                </a:lnTo>
                <a:lnTo>
                  <a:pt x="0" y="0"/>
                </a:lnTo>
                <a:lnTo>
                  <a:pt x="0" y="1764"/>
                </a:lnTo>
                <a:close/>
              </a:path>
            </a:pathLst>
          </a:custGeom>
          <a:solidFill>
            <a:srgbClr val="ededed"/>
          </a:solidFill>
          <a:ln w="15120">
            <a:solidFill>
              <a:srgbClr val="4c4c4c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5079960" y="1650960"/>
            <a:ext cx="1778400" cy="635040"/>
          </a:xfrm>
          <a:custGeom>
            <a:avLst/>
            <a:gdLst/>
            <a:ahLst/>
            <a:rect l="0" t="0" r="r" b="b"/>
            <a:pathLst>
              <a:path w="4940" h="1764">
                <a:moveTo>
                  <a:pt x="0" y="1764"/>
                </a:moveTo>
                <a:lnTo>
                  <a:pt x="4940" y="1764"/>
                </a:lnTo>
                <a:lnTo>
                  <a:pt x="4940" y="0"/>
                </a:lnTo>
                <a:lnTo>
                  <a:pt x="0" y="0"/>
                </a:lnTo>
                <a:lnTo>
                  <a:pt x="0" y="1764"/>
                </a:lnTo>
                <a:close/>
              </a:path>
            </a:pathLst>
          </a:custGeom>
          <a:solidFill>
            <a:srgbClr val="ededed"/>
          </a:solidFill>
          <a:ln w="15120">
            <a:solidFill>
              <a:srgbClr val="4c4c4c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1606680" y="1875600"/>
            <a:ext cx="177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IPAGothic"/>
                <a:ea typeface="IPAGothic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5079960" y="4952880"/>
            <a:ext cx="1778400" cy="635400"/>
          </a:xfrm>
          <a:custGeom>
            <a:avLst/>
            <a:gdLst/>
            <a:ahLst/>
            <a:rect l="0" t="0" r="r" b="b"/>
            <a:pathLst>
              <a:path w="4940" h="1765">
                <a:moveTo>
                  <a:pt x="0" y="1765"/>
                </a:moveTo>
                <a:lnTo>
                  <a:pt x="4940" y="1765"/>
                </a:lnTo>
                <a:lnTo>
                  <a:pt x="4940" y="0"/>
                </a:lnTo>
                <a:lnTo>
                  <a:pt x="0" y="0"/>
                </a:lnTo>
                <a:lnTo>
                  <a:pt x="0" y="1765"/>
                </a:lnTo>
                <a:close/>
              </a:path>
            </a:pathLst>
          </a:custGeom>
          <a:solidFill>
            <a:srgbClr val="ededed"/>
          </a:solidFill>
          <a:ln w="15120">
            <a:solidFill>
              <a:srgbClr val="4c4c4c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5924520" y="1875600"/>
            <a:ext cx="177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IPAGothic"/>
                <a:ea typeface="IPAGothic"/>
              </a:rPr>
              <a:t>B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269720" y="4952880"/>
            <a:ext cx="1778400" cy="635400"/>
          </a:xfrm>
          <a:custGeom>
            <a:avLst/>
            <a:gdLst/>
            <a:ahLst/>
            <a:rect l="0" t="0" r="r" b="b"/>
            <a:pathLst>
              <a:path w="4940" h="1765">
                <a:moveTo>
                  <a:pt x="0" y="1765"/>
                </a:moveTo>
                <a:lnTo>
                  <a:pt x="4940" y="1765"/>
                </a:lnTo>
                <a:lnTo>
                  <a:pt x="4940" y="0"/>
                </a:lnTo>
                <a:lnTo>
                  <a:pt x="0" y="0"/>
                </a:lnTo>
                <a:lnTo>
                  <a:pt x="0" y="1765"/>
                </a:lnTo>
                <a:close/>
              </a:path>
            </a:pathLst>
          </a:custGeom>
          <a:solidFill>
            <a:srgbClr val="ededed"/>
          </a:solidFill>
          <a:ln w="15120">
            <a:solidFill>
              <a:srgbClr val="4c4c4c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924520" y="5177520"/>
            <a:ext cx="177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IPAGothic"/>
                <a:ea typeface="IPAGothic"/>
              </a:rPr>
              <a:t>C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2539800" y="1968480"/>
            <a:ext cx="2540520" cy="3302280"/>
          </a:xfrm>
          <a:prstGeom prst="line">
            <a:avLst/>
          </a:prstGeom>
          <a:ln w="25200">
            <a:solidFill>
              <a:srgbClr val="194c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4969440" y="5147280"/>
            <a:ext cx="110880" cy="123480"/>
          </a:xfrm>
          <a:custGeom>
            <a:avLst/>
            <a:gdLst/>
            <a:ahLst/>
            <a:rect l="0" t="0" r="r" b="b"/>
            <a:pathLst>
              <a:path w="308" h="343">
                <a:moveTo>
                  <a:pt x="308" y="343"/>
                </a:moveTo>
                <a:lnTo>
                  <a:pt x="218" y="0"/>
                </a:lnTo>
                <a:lnTo>
                  <a:pt x="0" y="168"/>
                </a:lnTo>
                <a:lnTo>
                  <a:pt x="308" y="343"/>
                </a:lnTo>
                <a:close/>
              </a:path>
            </a:pathLst>
          </a:custGeom>
          <a:solidFill>
            <a:srgbClr val="194c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 flipH="1">
            <a:off x="3047760" y="5270400"/>
            <a:ext cx="2032200" cy="0"/>
          </a:xfrm>
          <a:prstGeom prst="line">
            <a:avLst/>
          </a:prstGeom>
          <a:ln w="2520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3047760" y="5220720"/>
            <a:ext cx="117360" cy="99360"/>
          </a:xfrm>
          <a:custGeom>
            <a:avLst/>
            <a:gdLst/>
            <a:ahLst/>
            <a:rect l="0" t="0" r="r" b="b"/>
            <a:pathLst>
              <a:path w="326" h="276">
                <a:moveTo>
                  <a:pt x="0" y="138"/>
                </a:moveTo>
                <a:lnTo>
                  <a:pt x="326" y="276"/>
                </a:lnTo>
                <a:lnTo>
                  <a:pt x="3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6858000" y="1968480"/>
            <a:ext cx="2032200" cy="2349720"/>
          </a:xfrm>
          <a:custGeom>
            <a:avLst/>
            <a:gdLst/>
            <a:ahLst/>
            <a:rect l="0" t="0" r="r" b="b"/>
            <a:pathLst>
              <a:path fill="none" w="5645" h="6527">
                <a:moveTo>
                  <a:pt x="0" y="0"/>
                </a:moveTo>
                <a:lnTo>
                  <a:pt x="5645" y="0"/>
                </a:lnTo>
                <a:lnTo>
                  <a:pt x="5645" y="6527"/>
                </a:lnTo>
              </a:path>
            </a:pathLst>
          </a:custGeom>
          <a:ln w="25200">
            <a:solidFill>
              <a:srgbClr val="991980"/>
            </a:solidFill>
            <a:miter/>
          </a:ln>
        </p:spPr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8840520" y="4200840"/>
            <a:ext cx="99000" cy="117360"/>
          </a:xfrm>
          <a:custGeom>
            <a:avLst/>
            <a:gdLst/>
            <a:ahLst/>
            <a:rect l="0" t="0" r="r" b="b"/>
            <a:pathLst>
              <a:path w="275" h="326">
                <a:moveTo>
                  <a:pt x="137" y="326"/>
                </a:moveTo>
                <a:lnTo>
                  <a:pt x="275" y="0"/>
                </a:lnTo>
                <a:lnTo>
                  <a:pt x="0" y="0"/>
                </a:lnTo>
                <a:lnTo>
                  <a:pt x="137" y="326"/>
                </a:lnTo>
                <a:close/>
              </a:path>
            </a:pathLst>
          </a:custGeom>
          <a:solidFill>
            <a:srgbClr val="9919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76176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14300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52388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90476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28600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66688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04776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3429000" y="3047760"/>
            <a:ext cx="22824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80988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19076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457200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952880" y="3047760"/>
            <a:ext cx="228600" cy="0"/>
          </a:xfrm>
          <a:prstGeom prst="line">
            <a:avLst/>
          </a:prstGeom>
          <a:ln w="18720">
            <a:solidFill>
              <a:srgbClr val="cc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114640" y="5177520"/>
            <a:ext cx="177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IPAGothic"/>
                <a:ea typeface="IPAGothic"/>
              </a:rPr>
              <a:t>D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62120" y="5961960"/>
            <a:ext cx="1524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200" spc="-1" strike="noStrike">
                <a:solidFill>
                  <a:srgbClr val="991980"/>
                </a:solidFill>
                <a:latin typeface="IPAGothic"/>
                <a:ea typeface="IPAGothic"/>
              </a:rPr>
              <a:t>本文テキスト（通常）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62120" y="553680"/>
            <a:ext cx="21722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000" spc="-1" strike="noStrike">
                <a:solidFill>
                  <a:srgbClr val="991980"/>
                </a:solidFill>
                <a:latin typeface="IPAGothic"/>
                <a:ea typeface="IPAGothic"/>
              </a:rPr>
              <a:t>見出し </a:t>
            </a:r>
            <a:r>
              <a:rPr b="0" lang="en-US" sz="3000" spc="-1" strike="noStrike">
                <a:solidFill>
                  <a:srgbClr val="991980"/>
                </a:solidFill>
                <a:latin typeface="IPAGothic"/>
                <a:ea typeface="IPAGothic"/>
              </a:rPr>
              <a:t>30pt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