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309680" y="1952640"/>
            <a:ext cx="9967320" cy="790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1309680" y="2871720"/>
            <a:ext cx="9967320" cy="2745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761760" y="1904760"/>
            <a:ext cx="1778400" cy="762480"/>
          </a:xfrm>
          <a:custGeom>
            <a:avLst/>
            <a:gdLst/>
            <a:ahLst/>
            <a:rect l="0" t="0" r="r" b="b"/>
            <a:pathLst>
              <a:path w="4940" h="2118">
                <a:moveTo>
                  <a:pt x="0" y="2118"/>
                </a:moveTo>
                <a:lnTo>
                  <a:pt x="4940" y="2118"/>
                </a:lnTo>
                <a:lnTo>
                  <a:pt x="4940" y="0"/>
                </a:lnTo>
                <a:lnTo>
                  <a:pt x="0" y="0"/>
                </a:lnTo>
                <a:lnTo>
                  <a:pt x="0" y="2118"/>
                </a:lnTo>
                <a:close/>
              </a:path>
            </a:pathLst>
          </a:custGeom>
          <a:solidFill>
            <a:srgbClr val="f2f2ff"/>
          </a:solidFill>
          <a:ln w="15120">
            <a:solidFill>
              <a:srgbClr val="333380"/>
            </a:solidFill>
            <a:miter/>
          </a:ln>
        </p:spPr>
        <p:txBody>
          <a:bodyPr lIns="7560" rIns="7560" tIns="7560" bIns="7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"/>
          <p:cNvSpPr/>
          <p:nvPr/>
        </p:nvSpPr>
        <p:spPr>
          <a:xfrm>
            <a:off x="7111800" y="4825800"/>
            <a:ext cx="1778400" cy="762480"/>
          </a:xfrm>
          <a:custGeom>
            <a:avLst/>
            <a:gdLst/>
            <a:ahLst/>
            <a:rect l="0" t="0" r="r" b="b"/>
            <a:pathLst>
              <a:path w="4940" h="2118">
                <a:moveTo>
                  <a:pt x="0" y="2118"/>
                </a:moveTo>
                <a:lnTo>
                  <a:pt x="4940" y="2118"/>
                </a:lnTo>
                <a:lnTo>
                  <a:pt x="4940" y="0"/>
                </a:lnTo>
                <a:lnTo>
                  <a:pt x="0" y="0"/>
                </a:lnTo>
                <a:lnTo>
                  <a:pt x="0" y="2118"/>
                </a:lnTo>
                <a:close/>
              </a:path>
            </a:pathLst>
          </a:custGeom>
          <a:solidFill>
            <a:srgbClr val="f2f2ff"/>
          </a:solidFill>
          <a:ln w="15120">
            <a:solidFill>
              <a:srgbClr val="333380"/>
            </a:solidFill>
            <a:miter/>
          </a:ln>
        </p:spPr>
        <p:txBody>
          <a:bodyPr lIns="7560" rIns="7560" tIns="7560" bIns="756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"/>
          <p:cNvSpPr/>
          <p:nvPr/>
        </p:nvSpPr>
        <p:spPr>
          <a:xfrm>
            <a:off x="2539800" y="2286000"/>
            <a:ext cx="2286000" cy="0"/>
          </a:xfrm>
          <a:prstGeom prst="line">
            <a:avLst/>
          </a:prstGeom>
          <a:ln w="31680">
            <a:solidFill>
              <a:srgbClr val="b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840" rIns="15840" tIns="-15840" bIns="-15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4825800" y="2286000"/>
            <a:ext cx="0" cy="2921040"/>
          </a:xfrm>
          <a:prstGeom prst="line">
            <a:avLst/>
          </a:prstGeom>
          <a:ln w="31680">
            <a:solidFill>
              <a:srgbClr val="b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840" rIns="15840" tIns="15840" bIns="15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825800" y="5206680"/>
            <a:ext cx="2158920" cy="0"/>
          </a:xfrm>
          <a:prstGeom prst="line">
            <a:avLst/>
          </a:prstGeom>
          <a:ln w="31680">
            <a:solidFill>
              <a:srgbClr val="bf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5840" rIns="15840" tIns="-15840" bIns="-1584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6972120" y="5143320"/>
            <a:ext cx="140040" cy="127440"/>
          </a:xfrm>
          <a:custGeom>
            <a:avLst/>
            <a:gdLst/>
            <a:ahLst/>
            <a:rect l="0" t="0" r="r" b="b"/>
            <a:pathLst>
              <a:path w="389" h="354">
                <a:moveTo>
                  <a:pt x="389" y="176"/>
                </a:moveTo>
                <a:lnTo>
                  <a:pt x="0" y="0"/>
                </a:lnTo>
                <a:lnTo>
                  <a:pt x="0" y="354"/>
                </a:lnTo>
                <a:lnTo>
                  <a:pt x="389" y="176"/>
                </a:lnTo>
                <a:close/>
              </a:path>
            </a:pathLst>
          </a:custGeom>
          <a:solidFill>
            <a:srgbClr val="bf000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8889840" y="1777680"/>
            <a:ext cx="1270080" cy="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120" rIns="6120" tIns="-6120" bIns="-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10159920" y="1777680"/>
            <a:ext cx="0" cy="1270080"/>
          </a:xfrm>
          <a:prstGeom prst="line">
            <a:avLst/>
          </a:prstGeom>
          <a:ln w="1260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6120" rIns="6120" tIns="6120" bIns="612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